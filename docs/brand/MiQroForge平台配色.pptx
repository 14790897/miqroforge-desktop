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2631400" cy="21607463"/>
  <p:notesSz cx="21607463" cy="22631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5" d="100"/>
          <a:sy n="35" d="100"/>
        </p:scale>
        <p:origin x="25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3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990810"/>
            <a:ext cx="3111500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8092AC">
                    <a:alpha val="73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Brand Color  /  品牌色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16000" y="8764855"/>
            <a:ext cx="3733800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Functional Color  /  功能色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6000" y="12855120"/>
            <a:ext cx="5740400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Typography Color  /  文字色（暗色主题）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16000" y="16945386"/>
            <a:ext cx="5778500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Background Color  /  背景色（暗色主题）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0" y="4877832"/>
            <a:ext cx="3708400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8092AC">
                    <a:alpha val="73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Brand Color  /  辅助品牌色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6000" y="1803782"/>
            <a:ext cx="3556000" cy="2819997"/>
          </a:xfrm>
          <a:prstGeom prst="rect">
            <a:avLst/>
          </a:prstGeom>
          <a:noFill/>
          <a:ln/>
        </p:spPr>
      </p:sp>
      <p:pic>
        <p:nvPicPr>
          <p:cNvPr id="8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803782"/>
            <a:ext cx="3556000" cy="28199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19200" y="200702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EA653D">
              <a:alpha val="100000"/>
            </a:srgbClr>
          </a:solidFill>
          <a:ln/>
          <a:effectLst>
            <a:outerShdw blurRad="304800" dist="152400" dir="5400000" algn="bl" rotWithShape="0">
              <a:srgbClr val="EA653D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19200" y="4014049"/>
            <a:ext cx="3149600" cy="406486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1219200" y="4014049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常规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79800" y="4064860"/>
            <a:ext cx="889000" cy="304865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3412067" y="4030986"/>
            <a:ext cx="9567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#EA653D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9577827"/>
            <a:ext cx="18999200" cy="2819997"/>
          </a:xfrm>
          <a:prstGeom prst="rect">
            <a:avLst/>
          </a:prstGeom>
          <a:noFill/>
          <a:ln/>
        </p:spPr>
      </p:sp>
      <p:pic>
        <p:nvPicPr>
          <p:cNvPr id="15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577827"/>
            <a:ext cx="3556000" cy="281999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19200" y="9781070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10B981">
              <a:alpha val="10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1219200" y="11788094"/>
            <a:ext cx="3149600" cy="406486"/>
          </a:xfrm>
          <a:prstGeom prst="rect">
            <a:avLst/>
          </a:prstGeom>
          <a:noFill/>
          <a:ln/>
        </p:spPr>
      </p:sp>
      <p:sp>
        <p:nvSpPr>
          <p:cNvPr id="18" name="Text 14"/>
          <p:cNvSpPr/>
          <p:nvPr/>
        </p:nvSpPr>
        <p:spPr>
          <a:xfrm>
            <a:off x="1219200" y="11788094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成功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517900" y="11838905"/>
            <a:ext cx="850900" cy="304865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3450167" y="11805031"/>
            <a:ext cx="9186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#10B981</a:t>
            </a:r>
            <a:endParaRPr lang="en-US" sz="1600" dirty="0"/>
          </a:p>
        </p:txBody>
      </p:sp>
      <p:pic>
        <p:nvPicPr>
          <p:cNvPr id="21" name="Image 2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9577827"/>
            <a:ext cx="3556000" cy="281999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080000" y="9781070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F59E0B">
              <a:alpha val="10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5080000" y="11788094"/>
            <a:ext cx="3149600" cy="406486"/>
          </a:xfrm>
          <a:prstGeom prst="rect">
            <a:avLst/>
          </a:prstGeom>
          <a:noFill/>
          <a:ln/>
        </p:spPr>
      </p:sp>
      <p:sp>
        <p:nvSpPr>
          <p:cNvPr id="24" name="Text 19"/>
          <p:cNvSpPr/>
          <p:nvPr/>
        </p:nvSpPr>
        <p:spPr>
          <a:xfrm>
            <a:off x="5080000" y="11788094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提示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78700" y="11838905"/>
            <a:ext cx="850900" cy="304865"/>
          </a:xfrm>
          <a:prstGeom prst="rect">
            <a:avLst/>
          </a:prstGeom>
          <a:noFill/>
          <a:ln/>
        </p:spPr>
      </p:sp>
      <p:sp>
        <p:nvSpPr>
          <p:cNvPr id="26" name="Text 21"/>
          <p:cNvSpPr/>
          <p:nvPr/>
        </p:nvSpPr>
        <p:spPr>
          <a:xfrm>
            <a:off x="7310967" y="11805031"/>
            <a:ext cx="9186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#F59E0B</a:t>
            </a:r>
            <a:endParaRPr lang="en-US" sz="1600" dirty="0"/>
          </a:p>
        </p:txBody>
      </p:sp>
      <p:pic>
        <p:nvPicPr>
          <p:cNvPr id="27" name="Image 3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9577827"/>
            <a:ext cx="3556000" cy="281999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40800" y="9781070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FF6161">
              <a:alpha val="100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8940800" y="11788094"/>
            <a:ext cx="3149600" cy="406486"/>
          </a:xfrm>
          <a:prstGeom prst="rect">
            <a:avLst/>
          </a:prstGeom>
          <a:noFill/>
          <a:ln/>
        </p:spPr>
      </p:sp>
      <p:sp>
        <p:nvSpPr>
          <p:cNvPr id="30" name="Text 24"/>
          <p:cNvSpPr/>
          <p:nvPr/>
        </p:nvSpPr>
        <p:spPr>
          <a:xfrm>
            <a:off x="8940800" y="11788094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错误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11264900" y="11838905"/>
            <a:ext cx="825500" cy="304865"/>
          </a:xfrm>
          <a:prstGeom prst="rect">
            <a:avLst/>
          </a:prstGeom>
          <a:noFill/>
          <a:ln/>
        </p:spPr>
      </p:sp>
      <p:sp>
        <p:nvSpPr>
          <p:cNvPr id="32" name="Text 26"/>
          <p:cNvSpPr/>
          <p:nvPr/>
        </p:nvSpPr>
        <p:spPr>
          <a:xfrm>
            <a:off x="11197167" y="11805031"/>
            <a:ext cx="8932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#FF6161</a:t>
            </a:r>
            <a:endParaRPr lang="en-US" sz="1600" dirty="0"/>
          </a:p>
        </p:txBody>
      </p:sp>
      <p:pic>
        <p:nvPicPr>
          <p:cNvPr id="33" name="Image 4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0" y="9577827"/>
            <a:ext cx="3556000" cy="281999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2801600" y="9781070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3B82F6">
              <a:alpha val="100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12801600" y="11788094"/>
            <a:ext cx="3149600" cy="406486"/>
          </a:xfrm>
          <a:prstGeom prst="rect">
            <a:avLst/>
          </a:prstGeom>
          <a:noFill/>
          <a:ln/>
        </p:spPr>
      </p:sp>
      <p:sp>
        <p:nvSpPr>
          <p:cNvPr id="36" name="Text 29"/>
          <p:cNvSpPr/>
          <p:nvPr/>
        </p:nvSpPr>
        <p:spPr>
          <a:xfrm>
            <a:off x="12801600" y="11788094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执行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15100300" y="11838905"/>
            <a:ext cx="850900" cy="304865"/>
          </a:xfrm>
          <a:prstGeom prst="rect">
            <a:avLst/>
          </a:prstGeom>
          <a:noFill/>
          <a:ln/>
        </p:spPr>
      </p:sp>
      <p:sp>
        <p:nvSpPr>
          <p:cNvPr id="38" name="Text 31"/>
          <p:cNvSpPr/>
          <p:nvPr/>
        </p:nvSpPr>
        <p:spPr>
          <a:xfrm>
            <a:off x="15032567" y="11805031"/>
            <a:ext cx="9186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#3B82F6</a:t>
            </a:r>
            <a:endParaRPr lang="en-US" sz="1600" dirty="0"/>
          </a:p>
        </p:txBody>
      </p:sp>
      <p:pic>
        <p:nvPicPr>
          <p:cNvPr id="39" name="Image 5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0" y="9577827"/>
            <a:ext cx="3556000" cy="2819997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16662400" y="9781070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999999">
              <a:alpha val="100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16662400" y="11788094"/>
            <a:ext cx="3149600" cy="406486"/>
          </a:xfrm>
          <a:prstGeom prst="rect">
            <a:avLst/>
          </a:prstGeom>
          <a:noFill/>
          <a:ln/>
        </p:spPr>
      </p:sp>
      <p:sp>
        <p:nvSpPr>
          <p:cNvPr id="42" name="Text 34"/>
          <p:cNvSpPr/>
          <p:nvPr/>
        </p:nvSpPr>
        <p:spPr>
          <a:xfrm>
            <a:off x="16662400" y="11788094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失效</a:t>
            </a:r>
            <a:endParaRPr lang="en-US" sz="1800" dirty="0"/>
          </a:p>
        </p:txBody>
      </p:sp>
      <p:sp>
        <p:nvSpPr>
          <p:cNvPr id="43" name="Shape 35"/>
          <p:cNvSpPr/>
          <p:nvPr/>
        </p:nvSpPr>
        <p:spPr>
          <a:xfrm>
            <a:off x="18973800" y="11838905"/>
            <a:ext cx="838200" cy="304865"/>
          </a:xfrm>
          <a:prstGeom prst="rect">
            <a:avLst/>
          </a:prstGeom>
          <a:noFill/>
          <a:ln/>
        </p:spPr>
      </p:sp>
      <p:sp>
        <p:nvSpPr>
          <p:cNvPr id="44" name="Text 36"/>
          <p:cNvSpPr/>
          <p:nvPr/>
        </p:nvSpPr>
        <p:spPr>
          <a:xfrm>
            <a:off x="18906067" y="11805031"/>
            <a:ext cx="9059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#999999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1016000" y="13668092"/>
            <a:ext cx="18999200" cy="2819997"/>
          </a:xfrm>
          <a:prstGeom prst="rect">
            <a:avLst/>
          </a:prstGeom>
          <a:noFill/>
          <a:ln/>
        </p:spPr>
      </p:sp>
      <p:pic>
        <p:nvPicPr>
          <p:cNvPr id="46" name="Image 6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668092"/>
            <a:ext cx="3556000" cy="2819997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1219200" y="1387133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F4F4F6">
              <a:alpha val="100000"/>
            </a:srgbClr>
          </a:solidFill>
          <a:ln/>
        </p:spPr>
      </p:sp>
      <p:sp>
        <p:nvSpPr>
          <p:cNvPr id="48" name="Shape 39"/>
          <p:cNvSpPr/>
          <p:nvPr/>
        </p:nvSpPr>
        <p:spPr>
          <a:xfrm>
            <a:off x="1219200" y="15878360"/>
            <a:ext cx="3149600" cy="406486"/>
          </a:xfrm>
          <a:prstGeom prst="rect">
            <a:avLst/>
          </a:prstGeom>
          <a:noFill/>
          <a:ln/>
        </p:spPr>
      </p:sp>
      <p:sp>
        <p:nvSpPr>
          <p:cNvPr id="49" name="Text 40"/>
          <p:cNvSpPr/>
          <p:nvPr/>
        </p:nvSpPr>
        <p:spPr>
          <a:xfrm>
            <a:off x="1219200" y="15878360"/>
            <a:ext cx="10922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强调/标题</a:t>
            </a:r>
            <a:endParaRPr lang="en-US" sz="1800" dirty="0"/>
          </a:p>
        </p:txBody>
      </p:sp>
      <p:sp>
        <p:nvSpPr>
          <p:cNvPr id="50" name="Shape 41"/>
          <p:cNvSpPr/>
          <p:nvPr/>
        </p:nvSpPr>
        <p:spPr>
          <a:xfrm>
            <a:off x="3543300" y="15929171"/>
            <a:ext cx="825500" cy="304865"/>
          </a:xfrm>
          <a:prstGeom prst="rect">
            <a:avLst/>
          </a:prstGeom>
          <a:noFill/>
          <a:ln/>
        </p:spPr>
      </p:sp>
      <p:sp>
        <p:nvSpPr>
          <p:cNvPr id="51" name="Text 42"/>
          <p:cNvSpPr/>
          <p:nvPr/>
        </p:nvSpPr>
        <p:spPr>
          <a:xfrm>
            <a:off x="3475567" y="15895297"/>
            <a:ext cx="8932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#F4F4F6</a:t>
            </a:r>
            <a:endParaRPr lang="en-US" sz="1600" dirty="0"/>
          </a:p>
        </p:txBody>
      </p:sp>
      <p:pic>
        <p:nvPicPr>
          <p:cNvPr id="52" name="Image 7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3668092"/>
            <a:ext cx="3556000" cy="2819997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5080000" y="1387133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D0D6E0">
              <a:alpha val="100000"/>
            </a:srgbClr>
          </a:solidFill>
          <a:ln/>
        </p:spPr>
      </p:sp>
      <p:sp>
        <p:nvSpPr>
          <p:cNvPr id="54" name="Shape 44"/>
          <p:cNvSpPr/>
          <p:nvPr/>
        </p:nvSpPr>
        <p:spPr>
          <a:xfrm>
            <a:off x="5080000" y="15878360"/>
            <a:ext cx="3149600" cy="406486"/>
          </a:xfrm>
          <a:prstGeom prst="rect">
            <a:avLst/>
          </a:prstGeom>
          <a:noFill/>
          <a:ln/>
        </p:spPr>
      </p:sp>
      <p:sp>
        <p:nvSpPr>
          <p:cNvPr id="55" name="Text 45"/>
          <p:cNvSpPr/>
          <p:nvPr/>
        </p:nvSpPr>
        <p:spPr>
          <a:xfrm>
            <a:off x="5080000" y="15878360"/>
            <a:ext cx="17780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次强调/文本描述</a:t>
            </a:r>
            <a:endParaRPr lang="en-US" sz="1800" dirty="0"/>
          </a:p>
        </p:txBody>
      </p:sp>
      <p:sp>
        <p:nvSpPr>
          <p:cNvPr id="56" name="Shape 46"/>
          <p:cNvSpPr/>
          <p:nvPr/>
        </p:nvSpPr>
        <p:spPr>
          <a:xfrm>
            <a:off x="7327900" y="15929171"/>
            <a:ext cx="901700" cy="304865"/>
          </a:xfrm>
          <a:prstGeom prst="rect">
            <a:avLst/>
          </a:prstGeom>
          <a:noFill/>
          <a:ln/>
        </p:spPr>
      </p:sp>
      <p:sp>
        <p:nvSpPr>
          <p:cNvPr id="57" name="Text 47"/>
          <p:cNvSpPr/>
          <p:nvPr/>
        </p:nvSpPr>
        <p:spPr>
          <a:xfrm>
            <a:off x="7260167" y="15895297"/>
            <a:ext cx="9694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</a:t>
            </a:r>
            <a:r>
              <a:rPr lang="en-US" sz="1600" dirty="0">
                <a:solidFill>
                  <a:srgbClr val="8A8F98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D0D6E0</a:t>
            </a:r>
            <a:endParaRPr lang="en-US" sz="1600" dirty="0"/>
          </a:p>
        </p:txBody>
      </p:sp>
      <p:pic>
        <p:nvPicPr>
          <p:cNvPr id="58" name="Image 8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13668092"/>
            <a:ext cx="3556000" cy="2819997"/>
          </a:xfrm>
          <a:prstGeom prst="rect">
            <a:avLst/>
          </a:prstGeom>
        </p:spPr>
      </p:pic>
      <p:sp>
        <p:nvSpPr>
          <p:cNvPr id="59" name="Shape 48"/>
          <p:cNvSpPr/>
          <p:nvPr/>
        </p:nvSpPr>
        <p:spPr>
          <a:xfrm>
            <a:off x="8940800" y="1387133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8A8F98">
              <a:alpha val="100000"/>
            </a:srgbClr>
          </a:solidFill>
          <a:ln/>
        </p:spPr>
      </p:sp>
      <p:sp>
        <p:nvSpPr>
          <p:cNvPr id="60" name="Shape 49"/>
          <p:cNvSpPr/>
          <p:nvPr/>
        </p:nvSpPr>
        <p:spPr>
          <a:xfrm>
            <a:off x="8940800" y="15878360"/>
            <a:ext cx="3149600" cy="406486"/>
          </a:xfrm>
          <a:prstGeom prst="rect">
            <a:avLst/>
          </a:prstGeom>
          <a:noFill/>
          <a:ln/>
        </p:spPr>
      </p:sp>
      <p:sp>
        <p:nvSpPr>
          <p:cNvPr id="61" name="Text 50"/>
          <p:cNvSpPr/>
          <p:nvPr/>
        </p:nvSpPr>
        <p:spPr>
          <a:xfrm>
            <a:off x="8940800" y="15878360"/>
            <a:ext cx="9906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辅助文本</a:t>
            </a:r>
            <a:endParaRPr lang="en-US" sz="1800" dirty="0"/>
          </a:p>
        </p:txBody>
      </p:sp>
      <p:sp>
        <p:nvSpPr>
          <p:cNvPr id="62" name="Shape 51"/>
          <p:cNvSpPr/>
          <p:nvPr/>
        </p:nvSpPr>
        <p:spPr>
          <a:xfrm>
            <a:off x="11239500" y="15929171"/>
            <a:ext cx="850900" cy="304865"/>
          </a:xfrm>
          <a:prstGeom prst="rect">
            <a:avLst/>
          </a:prstGeom>
          <a:noFill/>
          <a:ln/>
        </p:spPr>
      </p:sp>
      <p:sp>
        <p:nvSpPr>
          <p:cNvPr id="63" name="Text 52"/>
          <p:cNvSpPr/>
          <p:nvPr/>
        </p:nvSpPr>
        <p:spPr>
          <a:xfrm>
            <a:off x="11171767" y="15895297"/>
            <a:ext cx="9186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#8A8F98</a:t>
            </a:r>
            <a:endParaRPr lang="en-US" sz="1600" dirty="0"/>
          </a:p>
        </p:txBody>
      </p:sp>
      <p:pic>
        <p:nvPicPr>
          <p:cNvPr id="64" name="Image 9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0" y="13668092"/>
            <a:ext cx="3556000" cy="2819997"/>
          </a:xfrm>
          <a:prstGeom prst="rect">
            <a:avLst/>
          </a:prstGeom>
        </p:spPr>
      </p:pic>
      <p:sp>
        <p:nvSpPr>
          <p:cNvPr id="65" name="Shape 53"/>
          <p:cNvSpPr/>
          <p:nvPr/>
        </p:nvSpPr>
        <p:spPr>
          <a:xfrm>
            <a:off x="12801600" y="1387133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62666D">
              <a:alpha val="100000"/>
            </a:srgbClr>
          </a:solidFill>
          <a:ln/>
        </p:spPr>
      </p:sp>
      <p:sp>
        <p:nvSpPr>
          <p:cNvPr id="66" name="Shape 54"/>
          <p:cNvSpPr/>
          <p:nvPr/>
        </p:nvSpPr>
        <p:spPr>
          <a:xfrm>
            <a:off x="12801600" y="15878360"/>
            <a:ext cx="3149600" cy="406486"/>
          </a:xfrm>
          <a:prstGeom prst="rect">
            <a:avLst/>
          </a:prstGeom>
          <a:noFill/>
          <a:ln/>
        </p:spPr>
      </p:sp>
      <p:sp>
        <p:nvSpPr>
          <p:cNvPr id="67" name="Text 55"/>
          <p:cNvSpPr/>
          <p:nvPr/>
        </p:nvSpPr>
        <p:spPr>
          <a:xfrm>
            <a:off x="12801600" y="15878360"/>
            <a:ext cx="7620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弱文本</a:t>
            </a:r>
            <a:endParaRPr lang="en-US" sz="1800" dirty="0"/>
          </a:p>
        </p:txBody>
      </p:sp>
      <p:sp>
        <p:nvSpPr>
          <p:cNvPr id="68" name="Shape 56"/>
          <p:cNvSpPr/>
          <p:nvPr/>
        </p:nvSpPr>
        <p:spPr>
          <a:xfrm>
            <a:off x="15087600" y="15929171"/>
            <a:ext cx="863600" cy="304865"/>
          </a:xfrm>
          <a:prstGeom prst="rect">
            <a:avLst/>
          </a:prstGeom>
          <a:noFill/>
          <a:ln/>
        </p:spPr>
      </p:sp>
      <p:sp>
        <p:nvSpPr>
          <p:cNvPr id="69" name="Text 57"/>
          <p:cNvSpPr/>
          <p:nvPr/>
        </p:nvSpPr>
        <p:spPr>
          <a:xfrm>
            <a:off x="15019867" y="15895297"/>
            <a:ext cx="9313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#62666D</a:t>
            </a:r>
            <a:endParaRPr lang="en-US" sz="1600" dirty="0"/>
          </a:p>
        </p:txBody>
      </p:sp>
      <p:pic>
        <p:nvPicPr>
          <p:cNvPr id="70" name="Image 1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0" y="13668092"/>
            <a:ext cx="3556000" cy="2819997"/>
          </a:xfrm>
          <a:prstGeom prst="rect">
            <a:avLst/>
          </a:prstGeom>
        </p:spPr>
      </p:pic>
      <p:sp>
        <p:nvSpPr>
          <p:cNvPr id="71" name="Shape 58"/>
          <p:cNvSpPr/>
          <p:nvPr/>
        </p:nvSpPr>
        <p:spPr>
          <a:xfrm>
            <a:off x="16662400" y="13871335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FFFFFF">
              <a:alpha val="100000"/>
            </a:srgbClr>
          </a:solidFill>
          <a:ln/>
        </p:spPr>
      </p:sp>
      <p:sp>
        <p:nvSpPr>
          <p:cNvPr id="72" name="Shape 59"/>
          <p:cNvSpPr/>
          <p:nvPr/>
        </p:nvSpPr>
        <p:spPr>
          <a:xfrm>
            <a:off x="16662400" y="15878360"/>
            <a:ext cx="3149600" cy="406486"/>
          </a:xfrm>
          <a:prstGeom prst="rect">
            <a:avLst/>
          </a:prstGeom>
          <a:noFill/>
          <a:ln/>
        </p:spPr>
      </p:sp>
      <p:sp>
        <p:nvSpPr>
          <p:cNvPr id="73" name="Text 60"/>
          <p:cNvSpPr/>
          <p:nvPr/>
        </p:nvSpPr>
        <p:spPr>
          <a:xfrm>
            <a:off x="16662400" y="15878360"/>
            <a:ext cx="9906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纯白文字</a:t>
            </a:r>
            <a:endParaRPr lang="en-US" sz="1800" dirty="0"/>
          </a:p>
        </p:txBody>
      </p:sp>
      <p:sp>
        <p:nvSpPr>
          <p:cNvPr id="74" name="Shape 61"/>
          <p:cNvSpPr/>
          <p:nvPr/>
        </p:nvSpPr>
        <p:spPr>
          <a:xfrm>
            <a:off x="18986500" y="15929171"/>
            <a:ext cx="825500" cy="304865"/>
          </a:xfrm>
          <a:prstGeom prst="rect">
            <a:avLst/>
          </a:prstGeom>
          <a:noFill/>
          <a:ln/>
        </p:spPr>
      </p:sp>
      <p:sp>
        <p:nvSpPr>
          <p:cNvPr id="75" name="Text 62"/>
          <p:cNvSpPr/>
          <p:nvPr/>
        </p:nvSpPr>
        <p:spPr>
          <a:xfrm>
            <a:off x="18918767" y="15895297"/>
            <a:ext cx="8932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#FFFFFF</a:t>
            </a:r>
            <a:endParaRPr lang="en-US" sz="1600" dirty="0"/>
          </a:p>
        </p:txBody>
      </p:sp>
      <p:sp>
        <p:nvSpPr>
          <p:cNvPr id="76" name="Shape 63"/>
          <p:cNvSpPr/>
          <p:nvPr/>
        </p:nvSpPr>
        <p:spPr>
          <a:xfrm>
            <a:off x="1016000" y="17758358"/>
            <a:ext cx="11277600" cy="2819997"/>
          </a:xfrm>
          <a:prstGeom prst="rect">
            <a:avLst/>
          </a:prstGeom>
          <a:noFill/>
          <a:ln/>
        </p:spPr>
      </p:sp>
      <p:pic>
        <p:nvPicPr>
          <p:cNvPr id="77" name="Image 1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58358"/>
            <a:ext cx="3556000" cy="2819997"/>
          </a:xfrm>
          <a:prstGeom prst="rect">
            <a:avLst/>
          </a:prstGeom>
        </p:spPr>
      </p:pic>
      <p:sp>
        <p:nvSpPr>
          <p:cNvPr id="78" name="Shape 64"/>
          <p:cNvSpPr/>
          <p:nvPr/>
        </p:nvSpPr>
        <p:spPr>
          <a:xfrm>
            <a:off x="1219200" y="17961601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08090A">
              <a:alpha val="100000"/>
            </a:srgbClr>
          </a:solidFill>
          <a:ln/>
        </p:spPr>
      </p:sp>
      <p:sp>
        <p:nvSpPr>
          <p:cNvPr id="79" name="Shape 65"/>
          <p:cNvSpPr/>
          <p:nvPr/>
        </p:nvSpPr>
        <p:spPr>
          <a:xfrm>
            <a:off x="1219200" y="19968625"/>
            <a:ext cx="3149600" cy="406486"/>
          </a:xfrm>
          <a:prstGeom prst="rect">
            <a:avLst/>
          </a:prstGeom>
          <a:noFill/>
          <a:ln/>
        </p:spPr>
      </p:sp>
      <p:sp>
        <p:nvSpPr>
          <p:cNvPr id="80" name="Text 66"/>
          <p:cNvSpPr/>
          <p:nvPr/>
        </p:nvSpPr>
        <p:spPr>
          <a:xfrm>
            <a:off x="1219200" y="19968625"/>
            <a:ext cx="7620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主背景</a:t>
            </a:r>
            <a:endParaRPr lang="en-US" sz="1800" dirty="0"/>
          </a:p>
        </p:txBody>
      </p:sp>
      <p:sp>
        <p:nvSpPr>
          <p:cNvPr id="81" name="Shape 67"/>
          <p:cNvSpPr/>
          <p:nvPr/>
        </p:nvSpPr>
        <p:spPr>
          <a:xfrm>
            <a:off x="3517900" y="20019436"/>
            <a:ext cx="850900" cy="304865"/>
          </a:xfrm>
          <a:prstGeom prst="rect">
            <a:avLst/>
          </a:prstGeom>
          <a:noFill/>
          <a:ln/>
        </p:spPr>
      </p:sp>
      <p:sp>
        <p:nvSpPr>
          <p:cNvPr id="82" name="Text 68"/>
          <p:cNvSpPr/>
          <p:nvPr/>
        </p:nvSpPr>
        <p:spPr>
          <a:xfrm>
            <a:off x="3450167" y="19985562"/>
            <a:ext cx="9186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#08090A</a:t>
            </a:r>
            <a:endParaRPr lang="en-US" sz="1600" dirty="0"/>
          </a:p>
        </p:txBody>
      </p:sp>
      <p:pic>
        <p:nvPicPr>
          <p:cNvPr id="83" name="Image 12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7758358"/>
            <a:ext cx="3556000" cy="2819997"/>
          </a:xfrm>
          <a:prstGeom prst="rect">
            <a:avLst/>
          </a:prstGeom>
        </p:spPr>
      </p:pic>
      <p:sp>
        <p:nvSpPr>
          <p:cNvPr id="84" name="Shape 69"/>
          <p:cNvSpPr/>
          <p:nvPr/>
        </p:nvSpPr>
        <p:spPr>
          <a:xfrm>
            <a:off x="5080000" y="17961601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0F1011">
              <a:alpha val="100000"/>
            </a:srgbClr>
          </a:solidFill>
          <a:ln/>
        </p:spPr>
      </p:sp>
      <p:sp>
        <p:nvSpPr>
          <p:cNvPr id="85" name="Shape 70"/>
          <p:cNvSpPr/>
          <p:nvPr/>
        </p:nvSpPr>
        <p:spPr>
          <a:xfrm>
            <a:off x="5080000" y="19968625"/>
            <a:ext cx="3149600" cy="406486"/>
          </a:xfrm>
          <a:prstGeom prst="rect">
            <a:avLst/>
          </a:prstGeom>
          <a:noFill/>
          <a:ln/>
        </p:spPr>
      </p:sp>
      <p:sp>
        <p:nvSpPr>
          <p:cNvPr id="86" name="Text 71"/>
          <p:cNvSpPr/>
          <p:nvPr/>
        </p:nvSpPr>
        <p:spPr>
          <a:xfrm>
            <a:off x="5080000" y="19968625"/>
            <a:ext cx="9906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一级层次</a:t>
            </a:r>
            <a:endParaRPr lang="en-US" sz="1800" dirty="0"/>
          </a:p>
        </p:txBody>
      </p:sp>
      <p:sp>
        <p:nvSpPr>
          <p:cNvPr id="87" name="Shape 72"/>
          <p:cNvSpPr/>
          <p:nvPr/>
        </p:nvSpPr>
        <p:spPr>
          <a:xfrm>
            <a:off x="7404100" y="20019436"/>
            <a:ext cx="825500" cy="304865"/>
          </a:xfrm>
          <a:prstGeom prst="rect">
            <a:avLst/>
          </a:prstGeom>
          <a:noFill/>
          <a:ln/>
        </p:spPr>
      </p:sp>
      <p:sp>
        <p:nvSpPr>
          <p:cNvPr id="88" name="Text 73"/>
          <p:cNvSpPr/>
          <p:nvPr/>
        </p:nvSpPr>
        <p:spPr>
          <a:xfrm>
            <a:off x="7336367" y="19985562"/>
            <a:ext cx="8932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</a:t>
            </a:r>
            <a:r>
              <a:rPr lang="en-US" sz="1600" dirty="0">
                <a:solidFill>
                  <a:srgbClr val="8A8F98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0F1011</a:t>
            </a:r>
            <a:endParaRPr lang="en-US" sz="1600" dirty="0"/>
          </a:p>
        </p:txBody>
      </p:sp>
      <p:pic>
        <p:nvPicPr>
          <p:cNvPr id="89" name="Image 13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17758358"/>
            <a:ext cx="3556000" cy="2819997"/>
          </a:xfrm>
          <a:prstGeom prst="rect">
            <a:avLst/>
          </a:prstGeom>
        </p:spPr>
      </p:pic>
      <p:sp>
        <p:nvSpPr>
          <p:cNvPr id="90" name="Shape 74"/>
          <p:cNvSpPr/>
          <p:nvPr/>
        </p:nvSpPr>
        <p:spPr>
          <a:xfrm>
            <a:off x="8940800" y="17961601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161718">
              <a:alpha val="100000"/>
            </a:srgbClr>
          </a:solidFill>
          <a:ln/>
        </p:spPr>
      </p:sp>
      <p:sp>
        <p:nvSpPr>
          <p:cNvPr id="91" name="Shape 75"/>
          <p:cNvSpPr/>
          <p:nvPr/>
        </p:nvSpPr>
        <p:spPr>
          <a:xfrm>
            <a:off x="8940800" y="19968625"/>
            <a:ext cx="3149600" cy="406486"/>
          </a:xfrm>
          <a:prstGeom prst="rect">
            <a:avLst/>
          </a:prstGeom>
          <a:noFill/>
          <a:ln/>
        </p:spPr>
      </p:sp>
      <p:sp>
        <p:nvSpPr>
          <p:cNvPr id="92" name="Text 76"/>
          <p:cNvSpPr/>
          <p:nvPr/>
        </p:nvSpPr>
        <p:spPr>
          <a:xfrm>
            <a:off x="8940800" y="19968625"/>
            <a:ext cx="9906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二级层次</a:t>
            </a:r>
            <a:endParaRPr lang="en-US" sz="1800" dirty="0"/>
          </a:p>
        </p:txBody>
      </p:sp>
      <p:sp>
        <p:nvSpPr>
          <p:cNvPr id="93" name="Shape 77"/>
          <p:cNvSpPr/>
          <p:nvPr/>
        </p:nvSpPr>
        <p:spPr>
          <a:xfrm>
            <a:off x="11252200" y="20019436"/>
            <a:ext cx="838200" cy="304865"/>
          </a:xfrm>
          <a:prstGeom prst="rect">
            <a:avLst/>
          </a:prstGeom>
          <a:noFill/>
          <a:ln/>
        </p:spPr>
      </p:sp>
      <p:sp>
        <p:nvSpPr>
          <p:cNvPr id="94" name="Text 78"/>
          <p:cNvSpPr/>
          <p:nvPr/>
        </p:nvSpPr>
        <p:spPr>
          <a:xfrm>
            <a:off x="11184467" y="19985562"/>
            <a:ext cx="9059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#161718</a:t>
            </a:r>
            <a:endParaRPr lang="en-US" sz="1600" dirty="0"/>
          </a:p>
        </p:txBody>
      </p:sp>
      <p:sp>
        <p:nvSpPr>
          <p:cNvPr id="95" name="Shape 79"/>
          <p:cNvSpPr/>
          <p:nvPr/>
        </p:nvSpPr>
        <p:spPr>
          <a:xfrm>
            <a:off x="1016000" y="5690804"/>
            <a:ext cx="3556000" cy="2819997"/>
          </a:xfrm>
          <a:prstGeom prst="rect">
            <a:avLst/>
          </a:prstGeom>
          <a:noFill/>
          <a:ln/>
        </p:spPr>
      </p:sp>
      <p:pic>
        <p:nvPicPr>
          <p:cNvPr id="96" name="Image 14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690804"/>
            <a:ext cx="3556000" cy="2819997"/>
          </a:xfrm>
          <a:prstGeom prst="rect">
            <a:avLst/>
          </a:prstGeom>
        </p:spPr>
      </p:pic>
      <p:sp>
        <p:nvSpPr>
          <p:cNvPr id="97" name="Shape 80"/>
          <p:cNvSpPr/>
          <p:nvPr/>
        </p:nvSpPr>
        <p:spPr>
          <a:xfrm>
            <a:off x="1219200" y="5894047"/>
            <a:ext cx="3149600" cy="1803782"/>
          </a:xfrm>
          <a:prstGeom prst="roundRect">
            <a:avLst>
              <a:gd name="adj" fmla="val 3042"/>
            </a:avLst>
          </a:prstGeom>
          <a:solidFill>
            <a:srgbClr val="0B7F91">
              <a:alpha val="100000"/>
            </a:srgbClr>
          </a:solidFill>
          <a:ln/>
          <a:effectLst>
            <a:outerShdw blurRad="304800" dist="152400" dir="5400000" algn="bl" rotWithShape="0">
              <a:srgbClr val="0B7F91">
                <a:alpha val="20000"/>
              </a:srgbClr>
            </a:outerShdw>
          </a:effectLst>
        </p:spPr>
      </p:sp>
      <p:sp>
        <p:nvSpPr>
          <p:cNvPr id="98" name="Shape 81"/>
          <p:cNvSpPr/>
          <p:nvPr/>
        </p:nvSpPr>
        <p:spPr>
          <a:xfrm>
            <a:off x="1219200" y="7901072"/>
            <a:ext cx="3149600" cy="406486"/>
          </a:xfrm>
          <a:prstGeom prst="rect">
            <a:avLst/>
          </a:prstGeom>
          <a:noFill/>
          <a:ln/>
        </p:spPr>
      </p:sp>
      <p:sp>
        <p:nvSpPr>
          <p:cNvPr id="99" name="Text 82"/>
          <p:cNvSpPr/>
          <p:nvPr/>
        </p:nvSpPr>
        <p:spPr>
          <a:xfrm>
            <a:off x="1219200" y="7901072"/>
            <a:ext cx="533400" cy="40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Microsoft YaHei UI Regular" pitchFamily="34" charset="0"/>
                <a:ea typeface="Microsoft YaHei UI Regular" pitchFamily="34" charset="-122"/>
                <a:cs typeface="Microsoft YaHei UI Regular" pitchFamily="34" charset="-120"/>
              </a:rPr>
              <a:t>常规</a:t>
            </a:r>
            <a:endParaRPr lang="en-US" sz="1800" dirty="0"/>
          </a:p>
        </p:txBody>
      </p:sp>
      <p:sp>
        <p:nvSpPr>
          <p:cNvPr id="100" name="Shape 83"/>
          <p:cNvSpPr/>
          <p:nvPr/>
        </p:nvSpPr>
        <p:spPr>
          <a:xfrm>
            <a:off x="3568700" y="7951883"/>
            <a:ext cx="800100" cy="304865"/>
          </a:xfrm>
          <a:prstGeom prst="rect">
            <a:avLst/>
          </a:prstGeom>
          <a:noFill/>
          <a:ln/>
        </p:spPr>
      </p:sp>
      <p:sp>
        <p:nvSpPr>
          <p:cNvPr id="101" name="Text 84"/>
          <p:cNvSpPr/>
          <p:nvPr/>
        </p:nvSpPr>
        <p:spPr>
          <a:xfrm>
            <a:off x="3500967" y="7918009"/>
            <a:ext cx="867833" cy="37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8092AC">
                    <a:alpha val="100000"/>
                  </a:srgbClr>
                </a:solidFill>
                <a:latin typeface="HarmonyOS Sans SC Regular" pitchFamily="34" charset="0"/>
                <a:ea typeface="HarmonyOS Sans SC Regular" pitchFamily="34" charset="-122"/>
                <a:cs typeface="HarmonyOS Sans SC Regular" pitchFamily="34" charset="-120"/>
              </a:rPr>
              <a:t>#0b7f91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Macintosh PowerPoint</Application>
  <PresentationFormat>自定义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HarmonyOS Sans SC Regular</vt:lpstr>
      <vt:lpstr>Microsoft YaHei UI Regular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Gary Hu</cp:lastModifiedBy>
  <cp:revision>1</cp:revision>
  <dcterms:created xsi:type="dcterms:W3CDTF">2026-08-20T07:02:09Z</dcterms:created>
  <dcterms:modified xsi:type="dcterms:W3CDTF">2026-08-20T07:04:47Z</dcterms:modified>
</cp:coreProperties>
</file>